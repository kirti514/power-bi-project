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Nutritional Analysis of USDA Food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Comprehensive analysis of food nutrition and healthiness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Dataset: USDA Food Composition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Analyze nutritional data of various food items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Identify health patterns and insights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Support diet planning and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Understand dataset structure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Check missing values and data types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Summarize statistics of nutrients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Visualize distributions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Health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Identify most and least healthy foods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Impact of nutrients on health score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High‑calorie low‑nutrient foods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Nutrient‑dense foods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Category-Based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Compare food categories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Determine healthiest groups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Processed vs natural foods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Relationships between nutrients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Sugar vs Calories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Fat vs Cholesterol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Fiber vs Health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Clustering &amp;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Group foods by similarity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High‑protein / high‑sugar patterns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Interpret clusters for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Recommendation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Suggest healthier alternatives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Foods for specific diets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Low sodium / high protein / high fiber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Diet planning systems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Health monitoring apps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Nutrition recommendation engines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• Public health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Data‑driven understanding of food healthiness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Supports informed dietary choices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Useful for AI/ML nutrition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